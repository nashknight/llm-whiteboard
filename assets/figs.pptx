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2B504B-6B90-8196-AFAA-9431228C8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163EF9-266B-BA59-DF82-411153F4E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7DFC15-586A-376C-7D40-F8C32F50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5894C-B991-BBC9-DBED-EA21F9AA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691D10-23AA-9D7E-C3AC-FE802B043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29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8051AA-BEAB-E45A-D409-0F2421914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4F7348-4AE3-FF59-9EDF-0C61258B3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60B7D7-7BE0-4FFA-8A9B-D8095542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2E3394-E2B0-8647-920E-936AF15A0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C24E61-4B60-DEB3-C0B6-BC8B7139D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144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BE26D-C422-38CB-A221-62B507EEE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1DF57D-AFC8-80A0-F4A4-67AA3C1A1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B60AAA-DD34-CA3F-DF9F-FA6D9D46F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8624C2-F3D6-81D7-06AC-4A581FF2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8137EB-DDA2-C636-21EC-1BF6DBFA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974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372B9-A33C-8CB2-CEE9-E15E03AE6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763183-9A39-E88B-E841-2E1FA058F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27CCC0-B8FB-EC89-8625-6FE301605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4A16AA-729B-D5D4-4D21-28AE11BC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728C64-BDB6-2C98-75CB-B99E58513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74757-ACBD-D6B0-38F7-86542D84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518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12A5A9-EA52-6061-B266-CF327F8D5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625219-B9EB-7083-0CAE-D1B201452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12BF997-E685-3EEB-4DD2-E4C3E232B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5EB7AE-61DF-6EFB-0243-879A2F9FC1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32D03B1-134D-188A-9EBE-22E44CE261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9EA64C4-995D-CB62-D386-A61B6907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A64381-21E7-BACE-4E95-3E282614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046EF2-5C3D-9121-A915-29B046E61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42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444D2A-A25B-3E95-9CE7-83553FEC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280744-0E11-9122-ABEA-ADEAC6D86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6A1CB52-0277-D761-CB65-5B8884B6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6543C3-C2A6-5B90-FF96-5DB883C9B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338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C6DF4D-2192-4F1B-A4B9-2F5B2C18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BC0C53-3103-95BE-1A41-C5169C71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F1BED9-0AD5-FC18-7CC0-282EFF63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55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2544EB-1F63-D877-9E09-CA592FD5F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44EB0-2263-D242-3499-43C3F05BC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E09520-FB6A-1467-5E39-59A86C279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876D2D-3805-43AC-F9AA-7B6F132B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5410A3-4840-86D9-80E2-08DFC1F6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42D288-53CC-4869-C122-BCF5A198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640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6565B-1F22-4E48-5A7B-573FF2210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2A09C5A-5804-A6DC-CB06-8766EA962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4A4AF6-0E88-9108-71D5-6FBAB97FFE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8F22E2-ED93-BC81-F679-A1246EFE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84565F-A537-2A30-049C-7ED5926CA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B078BC-06E3-C81F-B5D1-9E8E22049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624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E4324C-2905-7D39-D22E-D5857475A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3F35EC-46AE-B039-44BC-C8B6D390C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3FE6B9-1703-7763-74A2-DEAED0E56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AD676F-D9FC-A262-31C3-2F177353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70B04C-53D6-0FE5-CE59-2D25BA299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220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32ED84-4CBF-9CF5-40AA-C2C369993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560B00-0742-CF82-3ADC-4D0E19B46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BFAE3-7BEF-F6B8-F538-E372ED88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8121A1-A1B7-D22F-4003-A29D7470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5464E4-2742-151E-C02B-86B42B38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623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228C52-07BA-C297-5C63-A3D5887CB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CFE6CA-29DA-EFD2-0726-F4364B504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1A3C6F-9D7D-0882-4F99-B74CBB239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2AACA-9BA5-43C3-88CC-BDD832D8C8A0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403B2-95BF-EFC0-66BE-237D231868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07DB8-EA6D-E4C4-621B-D5B9C1178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9AEE95-8EB1-443B-AED0-59A120C3ED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726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38D9D11-D1AF-ADA5-4309-8CD926968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24" y="0"/>
            <a:ext cx="11075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906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70F5CFA-E75C-A699-1AE7-EE332B457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92" y="1091820"/>
            <a:ext cx="11638054" cy="435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74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Nash Knight</dc:creator>
  <cp:lastModifiedBy>Nash Knight</cp:lastModifiedBy>
  <cp:revision>3</cp:revision>
  <dcterms:created xsi:type="dcterms:W3CDTF">2026-05-16T19:26:36Z</dcterms:created>
  <dcterms:modified xsi:type="dcterms:W3CDTF">2026-05-16T19:32:44Z</dcterms:modified>
</cp:coreProperties>
</file>